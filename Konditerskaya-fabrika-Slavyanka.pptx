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Bold" panose="020F0502020204030203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CE6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Елена Перепечаева" userId="e18479cc7323130a" providerId="LiveId" clId="{273F7D00-9CCE-4681-8688-BD1CC69A632C}"/>
    <pc:docChg chg="undo custSel delSld modSld sldOrd">
      <pc:chgData name="Елена Перепечаева" userId="e18479cc7323130a" providerId="LiveId" clId="{273F7D00-9CCE-4681-8688-BD1CC69A632C}" dt="2026-10-13T09:10:39.192" v="549" actId="2696"/>
      <pc:docMkLst>
        <pc:docMk/>
      </pc:docMkLst>
      <pc:sldChg chg="addSp delSp modSp mod">
        <pc:chgData name="Елена Перепечаева" userId="e18479cc7323130a" providerId="LiveId" clId="{273F7D00-9CCE-4681-8688-BD1CC69A632C}" dt="2026-10-04T20:30:28.001" v="363"/>
        <pc:sldMkLst>
          <pc:docMk/>
          <pc:sldMk cId="0" sldId="256"/>
        </pc:sldMkLst>
        <pc:spChg chg="add mod">
          <ac:chgData name="Елена Перепечаева" userId="e18479cc7323130a" providerId="LiveId" clId="{273F7D00-9CCE-4681-8688-BD1CC69A632C}" dt="2026-10-04T20:12:33.366" v="340" actId="207"/>
          <ac:spMkLst>
            <pc:docMk/>
            <pc:sldMk cId="0" sldId="256"/>
            <ac:spMk id="2" creationId="{BA254A27-8479-4D30-BC5E-A787F437770A}"/>
          </ac:spMkLst>
        </pc:spChg>
        <pc:picChg chg="del">
          <ac:chgData name="Елена Перепечаева" userId="e18479cc7323130a" providerId="LiveId" clId="{273F7D00-9CCE-4681-8688-BD1CC69A632C}" dt="2026-10-04T16:11:29.173" v="1" actId="478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Елена Перепечаева" userId="e18479cc7323130a" providerId="LiveId" clId="{273F7D00-9CCE-4681-8688-BD1CC69A632C}" dt="2026-10-04T20:30:28.001" v="363"/>
          <ac:picMkLst>
            <pc:docMk/>
            <pc:sldMk cId="0" sldId="256"/>
            <ac:picMk id="10" creationId="{B4510A9B-CA25-4350-8C56-89F1A7824100}"/>
          </ac:picMkLst>
        </pc:picChg>
      </pc:sldChg>
      <pc:sldChg chg="addSp modSp mod">
        <pc:chgData name="Елена Перепечаева" userId="e18479cc7323130a" providerId="LiveId" clId="{273F7D00-9CCE-4681-8688-BD1CC69A632C}" dt="2026-10-06T09:36:09.477" v="548" actId="1037"/>
        <pc:sldMkLst>
          <pc:docMk/>
          <pc:sldMk cId="0" sldId="258"/>
        </pc:sldMkLst>
        <pc:spChg chg="add mod">
          <ac:chgData name="Елена Перепечаева" userId="e18479cc7323130a" providerId="LiveId" clId="{273F7D00-9CCE-4681-8688-BD1CC69A632C}" dt="2026-10-06T09:36:09.477" v="548" actId="1037"/>
          <ac:spMkLst>
            <pc:docMk/>
            <pc:sldMk cId="0" sldId="258"/>
            <ac:spMk id="22" creationId="{155FD8B4-948F-49C2-BC24-4FB388358E8B}"/>
          </ac:spMkLst>
        </pc:spChg>
        <pc:picChg chg="mod">
          <ac:chgData name="Елена Перепечаева" userId="e18479cc7323130a" providerId="LiveId" clId="{273F7D00-9CCE-4681-8688-BD1CC69A632C}" dt="2026-10-04T18:13:16.931" v="28" actId="1076"/>
          <ac:picMkLst>
            <pc:docMk/>
            <pc:sldMk cId="0" sldId="258"/>
            <ac:picMk id="3" creationId="{00000000-0000-0000-0000-000000000000}"/>
          </ac:picMkLst>
        </pc:picChg>
        <pc:picChg chg="add mod">
          <ac:chgData name="Елена Перепечаева" userId="e18479cc7323130a" providerId="LiveId" clId="{273F7D00-9CCE-4681-8688-BD1CC69A632C}" dt="2026-10-04T18:13:12.713" v="27" actId="1076"/>
          <ac:picMkLst>
            <pc:docMk/>
            <pc:sldMk cId="0" sldId="258"/>
            <ac:picMk id="21" creationId="{F47A76D0-3C96-4296-960A-15747D19690D}"/>
          </ac:picMkLst>
        </pc:picChg>
      </pc:sldChg>
      <pc:sldChg chg="ord">
        <pc:chgData name="Елена Перепечаева" userId="e18479cc7323130a" providerId="LiveId" clId="{273F7D00-9CCE-4681-8688-BD1CC69A632C}" dt="2026-10-06T08:20:11.774" v="366" actId="20578"/>
        <pc:sldMkLst>
          <pc:docMk/>
          <pc:sldMk cId="0" sldId="259"/>
        </pc:sldMkLst>
      </pc:sldChg>
      <pc:sldChg chg="addSp delSp modSp mod">
        <pc:chgData name="Елена Перепечаева" userId="e18479cc7323130a" providerId="LiveId" clId="{273F7D00-9CCE-4681-8688-BD1CC69A632C}" dt="2026-10-04T20:13:04.584" v="349"/>
        <pc:sldMkLst>
          <pc:docMk/>
          <pc:sldMk cId="0" sldId="260"/>
        </pc:sldMkLst>
        <pc:spChg chg="mod">
          <ac:chgData name="Елена Перепечаева" userId="e18479cc7323130a" providerId="LiveId" clId="{273F7D00-9CCE-4681-8688-BD1CC69A632C}" dt="2026-10-04T19:36:26.367" v="260" actId="1076"/>
          <ac:spMkLst>
            <pc:docMk/>
            <pc:sldMk cId="0" sldId="260"/>
            <ac:spMk id="2" creationId="{00000000-0000-0000-0000-000000000000}"/>
          </ac:spMkLst>
        </pc:spChg>
        <pc:spChg chg="add mod ord">
          <ac:chgData name="Елена Перепечаева" userId="e18479cc7323130a" providerId="LiveId" clId="{273F7D00-9CCE-4681-8688-BD1CC69A632C}" dt="2026-10-04T20:12:58.089" v="347" actId="171"/>
          <ac:spMkLst>
            <pc:docMk/>
            <pc:sldMk cId="0" sldId="260"/>
            <ac:spMk id="22" creationId="{86327701-65CC-4E20-9426-2A6E60AFF9AC}"/>
          </ac:spMkLst>
        </pc:spChg>
        <pc:spChg chg="add del mod">
          <ac:chgData name="Елена Перепечаева" userId="e18479cc7323130a" providerId="LiveId" clId="{273F7D00-9CCE-4681-8688-BD1CC69A632C}" dt="2026-10-04T20:13:04.584" v="349"/>
          <ac:spMkLst>
            <pc:docMk/>
            <pc:sldMk cId="0" sldId="260"/>
            <ac:spMk id="23" creationId="{DFF1A5EB-1CBF-4BC0-BCCC-6252679D1D3B}"/>
          </ac:spMkLst>
        </pc:spChg>
        <pc:spChg chg="add del mod ord">
          <ac:chgData name="Елена Перепечаева" userId="e18479cc7323130a" providerId="LiveId" clId="{273F7D00-9CCE-4681-8688-BD1CC69A632C}" dt="2026-10-04T19:20:15.072" v="145" actId="478"/>
          <ac:spMkLst>
            <pc:docMk/>
            <pc:sldMk cId="0" sldId="260"/>
            <ac:spMk id="26" creationId="{56E40294-A350-42AF-A0A9-44F4BDED3DC4}"/>
          </ac:spMkLst>
        </pc:spChg>
        <pc:picChg chg="del">
          <ac:chgData name="Елена Перепечаева" userId="e18479cc7323130a" providerId="LiveId" clId="{273F7D00-9CCE-4681-8688-BD1CC69A632C}" dt="2026-10-04T18:14:24.474" v="29" actId="478"/>
          <ac:picMkLst>
            <pc:docMk/>
            <pc:sldMk cId="0" sldId="260"/>
            <ac:picMk id="19" creationId="{00000000-0000-0000-0000-000000000000}"/>
          </ac:picMkLst>
        </pc:picChg>
        <pc:picChg chg="add del mod">
          <ac:chgData name="Елена Перепечаева" userId="e18479cc7323130a" providerId="LiveId" clId="{273F7D00-9CCE-4681-8688-BD1CC69A632C}" dt="2026-10-04T19:34:14.827" v="246" actId="478"/>
          <ac:picMkLst>
            <pc:docMk/>
            <pc:sldMk cId="0" sldId="260"/>
            <ac:picMk id="21" creationId="{85E376E3-D4FD-49AF-BEE2-D66DD90728E4}"/>
          </ac:picMkLst>
        </pc:picChg>
        <pc:picChg chg="add del mod">
          <ac:chgData name="Елена Перепечаева" userId="e18479cc7323130a" providerId="LiveId" clId="{273F7D00-9CCE-4681-8688-BD1CC69A632C}" dt="2026-10-04T19:34:19.226" v="248" actId="478"/>
          <ac:picMkLst>
            <pc:docMk/>
            <pc:sldMk cId="0" sldId="260"/>
            <ac:picMk id="23" creationId="{CD174CA0-FDE1-4D85-9DCB-8678E2A21313}"/>
          </ac:picMkLst>
        </pc:picChg>
        <pc:picChg chg="add del mod">
          <ac:chgData name="Елена Перепечаева" userId="e18479cc7323130a" providerId="LiveId" clId="{273F7D00-9CCE-4681-8688-BD1CC69A632C}" dt="2026-10-04T19:34:17.574" v="247" actId="478"/>
          <ac:picMkLst>
            <pc:docMk/>
            <pc:sldMk cId="0" sldId="260"/>
            <ac:picMk id="25" creationId="{A1934343-0B08-4BD6-A4F3-DB487042873C}"/>
          </ac:picMkLst>
        </pc:picChg>
        <pc:picChg chg="add del mod ord">
          <ac:chgData name="Елена Перепечаева" userId="e18479cc7323130a" providerId="LiveId" clId="{273F7D00-9CCE-4681-8688-BD1CC69A632C}" dt="2026-10-04T19:29:27.088" v="212" actId="478"/>
          <ac:picMkLst>
            <pc:docMk/>
            <pc:sldMk cId="0" sldId="260"/>
            <ac:picMk id="27" creationId="{4A4A0225-8259-47FE-B129-884A36AEAD7C}"/>
          </ac:picMkLst>
        </pc:picChg>
        <pc:picChg chg="add del mod ord">
          <ac:chgData name="Елена Перепечаева" userId="e18479cc7323130a" providerId="LiveId" clId="{273F7D00-9CCE-4681-8688-BD1CC69A632C}" dt="2026-10-04T19:34:21.004" v="249" actId="478"/>
          <ac:picMkLst>
            <pc:docMk/>
            <pc:sldMk cId="0" sldId="260"/>
            <ac:picMk id="28" creationId="{DCCDBC63-2382-4C05-B4FD-5747FC8B0987}"/>
          </ac:picMkLst>
        </pc:picChg>
        <pc:picChg chg="add mod">
          <ac:chgData name="Елена Перепечаева" userId="e18479cc7323130a" providerId="LiveId" clId="{273F7D00-9CCE-4681-8688-BD1CC69A632C}" dt="2026-10-04T19:39:59.839" v="289"/>
          <ac:picMkLst>
            <pc:docMk/>
            <pc:sldMk cId="0" sldId="260"/>
            <ac:picMk id="30" creationId="{C5ADDDB1-D7AA-425B-ABC9-C5E1858AFE9E}"/>
          </ac:picMkLst>
        </pc:picChg>
        <pc:picChg chg="add mod">
          <ac:chgData name="Елена Перепечаева" userId="e18479cc7323130a" providerId="LiveId" clId="{273F7D00-9CCE-4681-8688-BD1CC69A632C}" dt="2026-10-04T19:39:42.556" v="287"/>
          <ac:picMkLst>
            <pc:docMk/>
            <pc:sldMk cId="0" sldId="260"/>
            <ac:picMk id="32" creationId="{EE882845-99BF-4501-AD6D-204134BEAB9A}"/>
          </ac:picMkLst>
        </pc:picChg>
        <pc:picChg chg="add mod ord">
          <ac:chgData name="Елена Перепечаева" userId="e18479cc7323130a" providerId="LiveId" clId="{273F7D00-9CCE-4681-8688-BD1CC69A632C}" dt="2026-10-04T19:39:16.280" v="285"/>
          <ac:picMkLst>
            <pc:docMk/>
            <pc:sldMk cId="0" sldId="260"/>
            <ac:picMk id="34" creationId="{69B319A2-AE78-4136-9C5B-C2E5EB33C832}"/>
          </ac:picMkLst>
        </pc:picChg>
      </pc:sldChg>
      <pc:sldChg chg="addSp delSp modSp mod">
        <pc:chgData name="Елена Перепечаева" userId="e18479cc7323130a" providerId="LiveId" clId="{273F7D00-9CCE-4681-8688-BD1CC69A632C}" dt="2026-10-06T08:25:50.590" v="375" actId="1076"/>
        <pc:sldMkLst>
          <pc:docMk/>
          <pc:sldMk cId="0" sldId="261"/>
        </pc:sldMkLst>
        <pc:spChg chg="add mod ord">
          <ac:chgData name="Елена Перепечаева" userId="e18479cc7323130a" providerId="LiveId" clId="{273F7D00-9CCE-4681-8688-BD1CC69A632C}" dt="2026-10-04T20:13:14.523" v="354" actId="171"/>
          <ac:spMkLst>
            <pc:docMk/>
            <pc:sldMk cId="0" sldId="261"/>
            <ac:spMk id="15" creationId="{CAF88CA6-FFA3-4BA9-BD8F-52A5046F8E37}"/>
          </ac:spMkLst>
        </pc:spChg>
        <pc:picChg chg="del mod">
          <ac:chgData name="Елена Перепечаева" userId="e18479cc7323130a" providerId="LiveId" clId="{273F7D00-9CCE-4681-8688-BD1CC69A632C}" dt="2026-10-04T19:42:12.128" v="290" actId="21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Елена Перепечаева" userId="e18479cc7323130a" providerId="LiveId" clId="{273F7D00-9CCE-4681-8688-BD1CC69A632C}" dt="2026-10-06T08:25:50.590" v="375" actId="1076"/>
          <ac:picMkLst>
            <pc:docMk/>
            <pc:sldMk cId="0" sldId="261"/>
            <ac:picMk id="13" creationId="{C5F296FB-5DE8-439D-84B9-32A0458F3D5E}"/>
          </ac:picMkLst>
        </pc:picChg>
        <pc:picChg chg="add del mod ord modCrop">
          <ac:chgData name="Елена Перепечаева" userId="e18479cc7323130a" providerId="LiveId" clId="{273F7D00-9CCE-4681-8688-BD1CC69A632C}" dt="2026-10-06T08:25:24.964" v="367" actId="478"/>
          <ac:picMkLst>
            <pc:docMk/>
            <pc:sldMk cId="0" sldId="261"/>
            <ac:picMk id="14" creationId="{1F26C6E1-FCA5-4AB0-9D61-F5DA0F995FE9}"/>
          </ac:picMkLst>
        </pc:picChg>
        <pc:picChg chg="add mod">
          <ac:chgData name="Елена Перепечаева" userId="e18479cc7323130a" providerId="LiveId" clId="{273F7D00-9CCE-4681-8688-BD1CC69A632C}" dt="2026-10-04T19:50:20.202" v="315" actId="1076"/>
          <ac:picMkLst>
            <pc:docMk/>
            <pc:sldMk cId="0" sldId="261"/>
            <ac:picMk id="16" creationId="{E42D4C71-28DA-46D0-9DF4-5FF82FD8F0D5}"/>
          </ac:picMkLst>
        </pc:picChg>
        <pc:picChg chg="add mod ord">
          <ac:chgData name="Елена Перепечаева" userId="e18479cc7323130a" providerId="LiveId" clId="{273F7D00-9CCE-4681-8688-BD1CC69A632C}" dt="2026-10-04T20:00:46.735" v="332" actId="170"/>
          <ac:picMkLst>
            <pc:docMk/>
            <pc:sldMk cId="0" sldId="261"/>
            <ac:picMk id="18" creationId="{A89C7B3A-232B-4F48-B017-92B141B01889}"/>
          </ac:picMkLst>
        </pc:picChg>
      </pc:sldChg>
      <pc:sldChg chg="addSp delSp modSp del mod">
        <pc:chgData name="Елена Перепечаева" userId="e18479cc7323130a" providerId="LiveId" clId="{273F7D00-9CCE-4681-8688-BD1CC69A632C}" dt="2026-10-13T09:10:39.192" v="549" actId="2696"/>
        <pc:sldMkLst>
          <pc:docMk/>
          <pc:sldMk cId="0" sldId="262"/>
        </pc:sldMkLst>
        <pc:spChg chg="add mod">
          <ac:chgData name="Елена Перепечаева" userId="e18479cc7323130a" providerId="LiveId" clId="{273F7D00-9CCE-4681-8688-BD1CC69A632C}" dt="2026-10-04T20:13:20.610" v="355"/>
          <ac:spMkLst>
            <pc:docMk/>
            <pc:sldMk cId="0" sldId="262"/>
            <ac:spMk id="16" creationId="{7DCAF580-FDB5-42DA-9178-50FE24B0C224}"/>
          </ac:spMkLst>
        </pc:spChg>
        <pc:picChg chg="del">
          <ac:chgData name="Елена Перепечаева" userId="e18479cc7323130a" providerId="LiveId" clId="{273F7D00-9CCE-4681-8688-BD1CC69A632C}" dt="2026-10-04T18:56:58.845" v="84" actId="478"/>
          <ac:picMkLst>
            <pc:docMk/>
            <pc:sldMk cId="0" sldId="262"/>
            <ac:picMk id="3" creationId="{00000000-0000-0000-0000-000000000000}"/>
          </ac:picMkLst>
        </pc:picChg>
        <pc:picChg chg="add mod ord">
          <ac:chgData name="Елена Перепечаева" userId="e18479cc7323130a" providerId="LiveId" clId="{273F7D00-9CCE-4681-8688-BD1CC69A632C}" dt="2026-10-04T19:08:10.722" v="109" actId="1076"/>
          <ac:picMkLst>
            <pc:docMk/>
            <pc:sldMk cId="0" sldId="262"/>
            <ac:picMk id="15" creationId="{01B1D227-A5D9-4555-B537-E6E9CDA9DA41}"/>
          </ac:picMkLst>
        </pc:picChg>
        <pc:picChg chg="add mod modCrop">
          <ac:chgData name="Елена Перепечаева" userId="e18479cc7323130a" providerId="LiveId" clId="{273F7D00-9CCE-4681-8688-BD1CC69A632C}" dt="2026-10-04T19:08:15.303" v="110" actId="1076"/>
          <ac:picMkLst>
            <pc:docMk/>
            <pc:sldMk cId="0" sldId="262"/>
            <ac:picMk id="17" creationId="{52A26E85-FC6C-4F20-888A-04C1090FEF64}"/>
          </ac:picMkLst>
        </pc:picChg>
      </pc:sldChg>
      <pc:sldChg chg="addSp delSp modSp mod">
        <pc:chgData name="Елена Перепечаева" userId="e18479cc7323130a" providerId="LiveId" clId="{273F7D00-9CCE-4681-8688-BD1CC69A632C}" dt="2026-10-04T20:13:24.396" v="356"/>
        <pc:sldMkLst>
          <pc:docMk/>
          <pc:sldMk cId="0" sldId="263"/>
        </pc:sldMkLst>
        <pc:spChg chg="add mod">
          <ac:chgData name="Елена Перепечаева" userId="e18479cc7323130a" providerId="LiveId" clId="{273F7D00-9CCE-4681-8688-BD1CC69A632C}" dt="2026-10-04T20:13:24.396" v="356"/>
          <ac:spMkLst>
            <pc:docMk/>
            <pc:sldMk cId="0" sldId="263"/>
            <ac:spMk id="13" creationId="{484B1B9C-0B98-48E7-90D7-6486DC9CF820}"/>
          </ac:spMkLst>
        </pc:spChg>
        <pc:picChg chg="del">
          <ac:chgData name="Елена Перепечаева" userId="e18479cc7323130a" providerId="LiveId" clId="{273F7D00-9CCE-4681-8688-BD1CC69A632C}" dt="2026-10-04T19:09:18.976" v="111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Елена Перепечаева" userId="e18479cc7323130a" providerId="LiveId" clId="{273F7D00-9CCE-4681-8688-BD1CC69A632C}" dt="2026-10-04T19:09:52.732" v="121" actId="478"/>
          <ac:picMkLst>
            <pc:docMk/>
            <pc:sldMk cId="0" sldId="263"/>
            <ac:picMk id="7" creationId="{00000000-0000-0000-0000-000000000000}"/>
          </ac:picMkLst>
        </pc:picChg>
        <pc:picChg chg="del">
          <ac:chgData name="Елена Перепечаева" userId="e18479cc7323130a" providerId="LiveId" clId="{273F7D00-9CCE-4681-8688-BD1CC69A632C}" dt="2026-10-04T19:11:44.097" v="126" actId="478"/>
          <ac:picMkLst>
            <pc:docMk/>
            <pc:sldMk cId="0" sldId="263"/>
            <ac:picMk id="10" creationId="{00000000-0000-0000-0000-000000000000}"/>
          </ac:picMkLst>
        </pc:picChg>
        <pc:picChg chg="add mod">
          <ac:chgData name="Елена Перепечаева" userId="e18479cc7323130a" providerId="LiveId" clId="{273F7D00-9CCE-4681-8688-BD1CC69A632C}" dt="2026-10-04T19:09:48.747" v="120" actId="1076"/>
          <ac:picMkLst>
            <pc:docMk/>
            <pc:sldMk cId="0" sldId="263"/>
            <ac:picMk id="14" creationId="{BD534966-4BEB-4608-BDA1-92F4BE082F49}"/>
          </ac:picMkLst>
        </pc:picChg>
        <pc:picChg chg="add mod">
          <ac:chgData name="Елена Перепечаева" userId="e18479cc7323130a" providerId="LiveId" clId="{273F7D00-9CCE-4681-8688-BD1CC69A632C}" dt="2026-10-04T19:11:34.464" v="125" actId="1076"/>
          <ac:picMkLst>
            <pc:docMk/>
            <pc:sldMk cId="0" sldId="263"/>
            <ac:picMk id="16" creationId="{7350155B-DC5A-4148-8246-F1FC40C00488}"/>
          </ac:picMkLst>
        </pc:picChg>
        <pc:picChg chg="add mod">
          <ac:chgData name="Елена Перепечаева" userId="e18479cc7323130a" providerId="LiveId" clId="{273F7D00-9CCE-4681-8688-BD1CC69A632C}" dt="2026-10-04T19:13:09.733" v="138" actId="14100"/>
          <ac:picMkLst>
            <pc:docMk/>
            <pc:sldMk cId="0" sldId="263"/>
            <ac:picMk id="18" creationId="{4599F02F-0B37-496A-B19C-4CE341259FDD}"/>
          </ac:picMkLst>
        </pc:picChg>
      </pc:sldChg>
      <pc:sldChg chg="addSp modSp">
        <pc:chgData name="Елена Перепечаева" userId="e18479cc7323130a" providerId="LiveId" clId="{273F7D00-9CCE-4681-8688-BD1CC69A632C}" dt="2026-10-04T20:13:27.603" v="357"/>
        <pc:sldMkLst>
          <pc:docMk/>
          <pc:sldMk cId="0" sldId="264"/>
        </pc:sldMkLst>
        <pc:spChg chg="add mod">
          <ac:chgData name="Елена Перепечаева" userId="e18479cc7323130a" providerId="LiveId" clId="{273F7D00-9CCE-4681-8688-BD1CC69A632C}" dt="2026-10-04T20:13:27.603" v="357"/>
          <ac:spMkLst>
            <pc:docMk/>
            <pc:sldMk cId="0" sldId="264"/>
            <ac:spMk id="21" creationId="{9F535F49-2377-4994-8E80-D718341E5FF9}"/>
          </ac:spMkLst>
        </pc:spChg>
      </pc:sldChg>
      <pc:sldChg chg="addSp delSp modSp mod">
        <pc:chgData name="Елена Перепечаева" userId="e18479cc7323130a" providerId="LiveId" clId="{273F7D00-9CCE-4681-8688-BD1CC69A632C}" dt="2026-10-04T20:13:31.465" v="358"/>
        <pc:sldMkLst>
          <pc:docMk/>
          <pc:sldMk cId="0" sldId="265"/>
        </pc:sldMkLst>
        <pc:spChg chg="add mod">
          <ac:chgData name="Елена Перепечаева" userId="e18479cc7323130a" providerId="LiveId" clId="{273F7D00-9CCE-4681-8688-BD1CC69A632C}" dt="2026-10-04T20:13:31.465" v="358"/>
          <ac:spMkLst>
            <pc:docMk/>
            <pc:sldMk cId="0" sldId="265"/>
            <ac:spMk id="18" creationId="{0DE8315A-6504-45BB-A300-72B2315918BE}"/>
          </ac:spMkLst>
        </pc:spChg>
        <pc:picChg chg="del mod">
          <ac:chgData name="Елена Перепечаева" userId="e18479cc7323130a" providerId="LiveId" clId="{273F7D00-9CCE-4681-8688-BD1CC69A632C}" dt="2026-10-04T19:42:16.169" v="292" actId="478"/>
          <ac:picMkLst>
            <pc:docMk/>
            <pc:sldMk cId="0" sldId="265"/>
            <ac:picMk id="2" creationId="{00000000-0000-0000-0000-000000000000}"/>
          </ac:picMkLst>
        </pc:picChg>
        <pc:picChg chg="add mod">
          <ac:chgData name="Елена Перепечаева" userId="e18479cc7323130a" providerId="LiveId" clId="{273F7D00-9CCE-4681-8688-BD1CC69A632C}" dt="2026-10-04T19:42:28.132" v="294" actId="1076"/>
          <ac:picMkLst>
            <pc:docMk/>
            <pc:sldMk cId="0" sldId="265"/>
            <ac:picMk id="17" creationId="{7765A561-3605-4ED6-853B-15426894667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74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microsoft.com/office/2007/relationships/hdphoto" Target="../media/hdphoto6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microsoft.com/office/2007/relationships/hdphoto" Target="../media/hdphoto5.wdp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57322" y="1848941"/>
            <a:ext cx="4772898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Кондитерская фабрика «Славянка»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757322" y="3904357"/>
            <a:ext cx="477289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Традиции, развитие и структура национального кондитерского холдинга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757322" y="4721820"/>
            <a:ext cx="1551742" cy="287139"/>
          </a:xfrm>
          <a:prstGeom prst="roundRect">
            <a:avLst>
              <a:gd name="adj" fmla="val 7899"/>
            </a:avLst>
          </a:prstGeom>
          <a:solidFill>
            <a:srgbClr val="E7E7E4"/>
          </a:solidFill>
          <a:ln/>
        </p:spPr>
      </p:sp>
      <p:sp>
        <p:nvSpPr>
          <p:cNvPr id="6" name="Text 3"/>
          <p:cNvSpPr/>
          <p:nvPr/>
        </p:nvSpPr>
        <p:spPr>
          <a:xfrm>
            <a:off x="6870727" y="4778474"/>
            <a:ext cx="19345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СИМВОЛ РОССИИ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403519" y="4721820"/>
            <a:ext cx="138525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828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16923" y="4778474"/>
            <a:ext cx="176803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 1870-Х ГОДОВ</a:t>
            </a:r>
            <a:endParaRPr lang="en-US" sz="115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510A9B-CA25-4350-8C56-89F1A7824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3092" y="0"/>
            <a:ext cx="6417639" cy="6857999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A254A27-8479-4D30-BC5E-A787F437770A}"/>
              </a:ext>
            </a:extLst>
          </p:cNvPr>
          <p:cNvSpPr/>
          <p:nvPr/>
        </p:nvSpPr>
        <p:spPr>
          <a:xfrm>
            <a:off x="10820400" y="6549292"/>
            <a:ext cx="1371600" cy="296984"/>
          </a:xfrm>
          <a:prstGeom prst="round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93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Почему «Славянка» — это больше, чем фабрика?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74069"/>
            <a:ext cx="3053877" cy="2594074"/>
          </a:xfrm>
          <a:prstGeom prst="roundRect">
            <a:avLst>
              <a:gd name="adj" fmla="val 1093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263080"/>
            <a:ext cx="2675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Культурная идентичность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2967037"/>
            <a:ext cx="2675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Отечественные бренды формируют гастрономический облик страны и сохраняют связь поколений.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074069"/>
            <a:ext cx="3053976" cy="2594074"/>
          </a:xfrm>
          <a:prstGeom prst="roundRect">
            <a:avLst>
              <a:gd name="adj" fmla="val 1093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2263080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Импортозамещение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2671763"/>
            <a:ext cx="26759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«Славянка» — успешный пример замены зарубежных брендов без потери качества и традиций.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857155"/>
            <a:ext cx="6296860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504616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Консолидация отрасли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5454848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Холдинг объединяет исторические кондитерские предприятия России под единым стандартом.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956"/>
            <a:ext cx="10868745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Исторический путь: от купеческого дела к индустрии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96" y="3536457"/>
            <a:ext cx="3713825" cy="208906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49942" y="2016919"/>
            <a:ext cx="19050" cy="4127500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5" name="Shape 2"/>
          <p:cNvSpPr/>
          <p:nvPr/>
        </p:nvSpPr>
        <p:spPr>
          <a:xfrm>
            <a:off x="7864675" y="2912467"/>
            <a:ext cx="513841" cy="19050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6" name="Shape 3"/>
          <p:cNvSpPr/>
          <p:nvPr/>
        </p:nvSpPr>
        <p:spPr>
          <a:xfrm>
            <a:off x="8295274" y="2857798"/>
            <a:ext cx="128386" cy="128389"/>
          </a:xfrm>
          <a:prstGeom prst="ellipse">
            <a:avLst/>
          </a:prstGeom>
          <a:solidFill>
            <a:srgbClr val="282824"/>
          </a:solidFill>
          <a:ln/>
        </p:spPr>
      </p:sp>
      <p:sp>
        <p:nvSpPr>
          <p:cNvPr id="7" name="Shape 4"/>
          <p:cNvSpPr/>
          <p:nvPr/>
        </p:nvSpPr>
        <p:spPr>
          <a:xfrm>
            <a:off x="5182463" y="2016919"/>
            <a:ext cx="2663163" cy="1810246"/>
          </a:xfrm>
          <a:prstGeom prst="roundRect">
            <a:avLst>
              <a:gd name="adj" fmla="val 1419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5353710" y="2188170"/>
            <a:ext cx="232066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1870-е годы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353710" y="2610941"/>
            <a:ext cx="2320669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Алексей Дьяков основывает маслобойное производство в Старом Осколе.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340417" y="4038798"/>
            <a:ext cx="513841" cy="19050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11" name="Shape 8"/>
          <p:cNvSpPr/>
          <p:nvPr/>
        </p:nvSpPr>
        <p:spPr>
          <a:xfrm>
            <a:off x="8295274" y="3984129"/>
            <a:ext cx="128386" cy="128389"/>
          </a:xfrm>
          <a:prstGeom prst="ellipse">
            <a:avLst/>
          </a:prstGeom>
          <a:solidFill>
            <a:srgbClr val="282824"/>
          </a:solidFill>
          <a:ln/>
        </p:spPr>
      </p:sp>
      <p:sp>
        <p:nvSpPr>
          <p:cNvPr id="12" name="Shape 9"/>
          <p:cNvSpPr/>
          <p:nvPr/>
        </p:nvSpPr>
        <p:spPr>
          <a:xfrm>
            <a:off x="8873308" y="3012579"/>
            <a:ext cx="2663163" cy="2071489"/>
          </a:xfrm>
          <a:prstGeom prst="roundRect">
            <a:avLst>
              <a:gd name="adj" fmla="val 1240"/>
            </a:avLst>
          </a:prstGeom>
          <a:solidFill>
            <a:srgbClr val="E5DFD2"/>
          </a:solidFill>
          <a:ln/>
        </p:spPr>
      </p:sp>
      <p:sp>
        <p:nvSpPr>
          <p:cNvPr id="13" name="Text 10"/>
          <p:cNvSpPr/>
          <p:nvPr/>
        </p:nvSpPr>
        <p:spPr>
          <a:xfrm>
            <a:off x="9044555" y="3183830"/>
            <a:ext cx="232066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Рубеж XIX–XX вв.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044555" y="3606602"/>
            <a:ext cx="2320669" cy="1306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Постепенный переход к выпуску пряников, мармелада и карамели. Расширение ассортимента: конфеты и ирис.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64675" y="5099050"/>
            <a:ext cx="513841" cy="19050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16" name="Shape 13"/>
          <p:cNvSpPr/>
          <p:nvPr/>
        </p:nvSpPr>
        <p:spPr>
          <a:xfrm>
            <a:off x="8295274" y="5044380"/>
            <a:ext cx="128386" cy="128389"/>
          </a:xfrm>
          <a:prstGeom prst="ellipse">
            <a:avLst/>
          </a:prstGeom>
          <a:solidFill>
            <a:srgbClr val="282824"/>
          </a:solidFill>
          <a:ln/>
        </p:spPr>
      </p:sp>
      <p:sp>
        <p:nvSpPr>
          <p:cNvPr id="17" name="Shape 14"/>
          <p:cNvSpPr/>
          <p:nvPr/>
        </p:nvSpPr>
        <p:spPr>
          <a:xfrm>
            <a:off x="5182463" y="4203502"/>
            <a:ext cx="2663163" cy="1810246"/>
          </a:xfrm>
          <a:prstGeom prst="roundRect">
            <a:avLst>
              <a:gd name="adj" fmla="val 1419"/>
            </a:avLst>
          </a:prstGeom>
          <a:solidFill>
            <a:srgbClr val="E5DFD2"/>
          </a:solidFill>
          <a:ln/>
        </p:spPr>
      </p:sp>
      <p:sp>
        <p:nvSpPr>
          <p:cNvPr id="18" name="Text 15"/>
          <p:cNvSpPr/>
          <p:nvPr/>
        </p:nvSpPr>
        <p:spPr>
          <a:xfrm>
            <a:off x="5353710" y="4374753"/>
            <a:ext cx="232066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1932 год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353710" y="4797524"/>
            <a:ext cx="2320669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Запуск полумеханизированной фабрики мощностью 10 000 тонн в год.</a:t>
            </a:r>
            <a:endParaRPr lang="en-US" sz="13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47A76D0-3C96-4296-960A-15747D196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44" y="1906518"/>
            <a:ext cx="3871915" cy="2159337"/>
          </a:xfrm>
          <a:prstGeom prst="rect">
            <a:avLst/>
          </a:prstGeom>
        </p:spPr>
      </p:pic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155FD8B4-948F-49C2-BC24-4FB388358E8B}"/>
              </a:ext>
            </a:extLst>
          </p:cNvPr>
          <p:cNvSpPr/>
          <p:nvPr/>
        </p:nvSpPr>
        <p:spPr>
          <a:xfrm>
            <a:off x="10820400" y="6549292"/>
            <a:ext cx="1371600" cy="296984"/>
          </a:xfrm>
          <a:prstGeom prst="round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2074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Советский период: Фабрика имени 1 Мая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918692"/>
            <a:ext cx="3065386" cy="23801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87808" y="2051546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57725" y="2627511"/>
            <a:ext cx="267288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1932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57725" y="3004046"/>
            <a:ext cx="2672886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Запуск полумеханизированной фабрики. Мощность — </a:t>
            </a: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10 000 тонн в год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2949" y="1918692"/>
            <a:ext cx="3065386" cy="23801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19282" y="2051546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089198" y="2627511"/>
            <a:ext cx="267288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1943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4089198" y="3004046"/>
            <a:ext cx="267288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Героическое восстановление производства после Великой Отечественной войны.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64943"/>
            <a:ext cx="6296860" cy="183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03545" y="4597797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857725" y="5173762"/>
            <a:ext cx="590436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1988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857725" y="5550297"/>
            <a:ext cx="590436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Ввод в эксплуатацию нового </a:t>
            </a: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шестиэтажного производственного корпуса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491" y="615351"/>
            <a:ext cx="10186278" cy="102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Новая эпоха «Славянки»: </a:t>
            </a:r>
            <a:r>
              <a:rPr lang="ru-RU" sz="3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</a:t>
            </a:r>
            <a:r>
              <a:rPr lang="en-US" sz="3650" b="1" dirty="0" err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ождение</a:t>
            </a:r>
            <a:r>
              <a:rPr lang="ru-RU" sz="3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</a:t>
            </a:r>
            <a:r>
              <a:rPr lang="en-US" sz="3650" b="1" dirty="0" err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легенд</a:t>
            </a:r>
            <a:r>
              <a:rPr lang="ru-RU" sz="3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3535572" y="1625798"/>
            <a:ext cx="25399" cy="4462562"/>
          </a:xfrm>
          <a:prstGeom prst="roundRect">
            <a:avLst>
              <a:gd name="adj" fmla="val 50001"/>
            </a:avLst>
          </a:prstGeom>
          <a:solidFill>
            <a:srgbClr val="CBC5B8"/>
          </a:solidFill>
          <a:ln/>
        </p:spPr>
      </p:sp>
      <p:sp>
        <p:nvSpPr>
          <p:cNvPr id="4" name="Shape 2"/>
          <p:cNvSpPr/>
          <p:nvPr/>
        </p:nvSpPr>
        <p:spPr>
          <a:xfrm>
            <a:off x="2806183" y="1822351"/>
            <a:ext cx="558191" cy="25400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5" name="Shape 3"/>
          <p:cNvSpPr/>
          <p:nvPr/>
        </p:nvSpPr>
        <p:spPr>
          <a:xfrm>
            <a:off x="3338975" y="1625798"/>
            <a:ext cx="418593" cy="418604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6" name="Text 4"/>
          <p:cNvSpPr/>
          <p:nvPr/>
        </p:nvSpPr>
        <p:spPr>
          <a:xfrm>
            <a:off x="3408674" y="1660624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661475" y="1689695"/>
            <a:ext cx="19565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Январь 1997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1475" y="2163564"/>
            <a:ext cx="195654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Предприятие обретает имя </a:t>
            </a: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«Славянка»</a:t>
            </a: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начало новой главы.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732169" y="2932906"/>
            <a:ext cx="558191" cy="25400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10" name="Shape 8"/>
          <p:cNvSpPr/>
          <p:nvPr/>
        </p:nvSpPr>
        <p:spPr>
          <a:xfrm>
            <a:off x="3338975" y="2736354"/>
            <a:ext cx="418593" cy="418604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3408674" y="277118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4478523" y="2800251"/>
            <a:ext cx="19565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78523" y="3274120"/>
            <a:ext cx="195654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Запуск комплекса «Славянка плюс» мощностью </a:t>
            </a: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100 000 тонн в год</a:t>
            </a: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806183" y="3975497"/>
            <a:ext cx="558191" cy="25400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8975" y="3778945"/>
            <a:ext cx="418593" cy="418604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3408674" y="381377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150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86327701-65CC-4E20-9426-2A6E60AFF9AC}"/>
              </a:ext>
            </a:extLst>
          </p:cNvPr>
          <p:cNvSpPr/>
          <p:nvPr/>
        </p:nvSpPr>
        <p:spPr>
          <a:xfrm>
            <a:off x="10820400" y="6549292"/>
            <a:ext cx="1371600" cy="296984"/>
          </a:xfrm>
          <a:prstGeom prst="round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61475" y="3842841"/>
            <a:ext cx="19565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2004–2008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1475" y="4316710"/>
            <a:ext cx="195654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Появление легендарных брендов: </a:t>
            </a: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«Степ», «Лёвушка», «Обыкновенное чудо»</a:t>
            </a: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5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5ADDDB1-D7AA-425B-ABC9-C5E1858AF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17950" y="4910680"/>
            <a:ext cx="3309559" cy="170335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69B319A2-AE78-4136-9C5B-C2E5EB33C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70358" y="3203379"/>
            <a:ext cx="3138736" cy="213789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EE882845-99BF-4501-AD6D-204134BEAB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8047" y="1206766"/>
            <a:ext cx="3559462" cy="2137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78055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«Славянка» как символ России: культурный код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45320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2954040"/>
            <a:ext cx="19414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Логотип-кокошник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61475" y="3657997"/>
            <a:ext cx="19414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Выбран сервисом 2ГИС как неофициальная эмблема г. Старый Оскол — узнаваемый символ региона.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9173" y="2245320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39173" y="2954040"/>
            <a:ext cx="19414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Аутентичные рецептуры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2839173" y="3657997"/>
            <a:ext cx="194146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«Мишка на Севере», «Белочка», «Трюфель» — рецепты, знакомые нескольким поколениям россиян.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871" y="2245320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16871" y="2954040"/>
            <a:ext cx="19414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Гастрономическое наследие</a:t>
            </a:r>
            <a:endParaRPr lang="en-US" sz="185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AF88CA6-FFA3-4BA9-BD8F-52A5046F8E37}"/>
              </a:ext>
            </a:extLst>
          </p:cNvPr>
          <p:cNvSpPr/>
          <p:nvPr/>
        </p:nvSpPr>
        <p:spPr>
          <a:xfrm>
            <a:off x="10820400" y="6549292"/>
            <a:ext cx="1371600" cy="296984"/>
          </a:xfrm>
          <a:prstGeom prst="round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 6"/>
          <p:cNvSpPr/>
          <p:nvPr/>
        </p:nvSpPr>
        <p:spPr>
          <a:xfrm>
            <a:off x="5016871" y="3657997"/>
            <a:ext cx="1941464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Продукция холдинга — часть национального культурного кода и истории отечественной кондитерской промышленности.</a:t>
            </a:r>
            <a:endParaRPr lang="en-US" sz="14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42D4C71-28DA-46D0-9DF4-5FF82FD8F0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72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19289" y="2247243"/>
            <a:ext cx="3064297" cy="236351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89C7B3A-232B-4F48-B017-92B141B018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72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72021" y="4215610"/>
            <a:ext cx="2625553" cy="236351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5F296FB-5DE8-439D-84B9-32A0458F3D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2572" y="780554"/>
            <a:ext cx="2780510" cy="20184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15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Корпоративная структура: консолидация отрасли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5147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 2015 году холдинг «Славянка» интегрировал три знаковых предприятия, сохранив их историческое наследие и региональные бренды.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454739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КФ им. Н. К. Крупской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956076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Санкт-Петербург.</a:t>
            </a: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Старейшее предприятие холдинга — хранитель петербургских кондитерских традиций.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363135" y="454739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Фабрика «Конфи»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95607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Екатеринбург.</a:t>
            </a: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Ключевой актив на Урале. Бренды «Маленькое чудо», «Утёнок».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64794" y="454739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Фабрика «Волжанка»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95607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Ульяновск.</a:t>
            </a: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Важный производственный кластер в Поволжье.</a:t>
            </a:r>
            <a:endParaRPr lang="en-US" sz="14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D534966-4BEB-4608-BDA1-92F4BE08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83316"/>
            <a:ext cx="2152063" cy="135581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350155B-DC5A-4148-8246-F1FC40C00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047896"/>
            <a:ext cx="2248339" cy="142665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599F02F-0B37-496A-B19C-4CE341259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047896"/>
            <a:ext cx="2399070" cy="1429711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84B1B9C-0B98-48E7-90D7-6486DC9CF820}"/>
              </a:ext>
            </a:extLst>
          </p:cNvPr>
          <p:cNvSpPr/>
          <p:nvPr/>
        </p:nvSpPr>
        <p:spPr>
          <a:xfrm>
            <a:off x="10820400" y="6549292"/>
            <a:ext cx="1371600" cy="296984"/>
          </a:xfrm>
          <a:prstGeom prst="round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873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Масштаб производства в цифрах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49400"/>
            <a:ext cx="3484475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61425" y="2347317"/>
            <a:ext cx="34844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Фабрик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2723852"/>
            <a:ext cx="348447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Собственных производственных площадок по всей России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53610" y="1549400"/>
            <a:ext cx="3484475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353560" y="2347317"/>
            <a:ext cx="34844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Линий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53610" y="2723852"/>
            <a:ext cx="348447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Производственных линий полного цикла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5745" y="1549400"/>
            <a:ext cx="3484475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350+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045695" y="2347317"/>
            <a:ext cx="34844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Наименований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5745" y="2723852"/>
            <a:ext cx="34844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Продукции и 10 федеральных брендов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07493" y="3693914"/>
            <a:ext cx="3484475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250K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2507443" y="4491831"/>
            <a:ext cx="34844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Тонн/год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07493" y="4868366"/>
            <a:ext cx="34844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Объём годового производства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99628" y="3693914"/>
            <a:ext cx="3484475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150+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199578" y="4491831"/>
            <a:ext cx="34844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Магазинов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9628" y="4868366"/>
            <a:ext cx="34844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Фирменная сеть и экспорт в 30 стран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475" y="5329833"/>
            <a:ext cx="10868745" cy="953294"/>
          </a:xfrm>
          <a:prstGeom prst="roundRect">
            <a:avLst>
              <a:gd name="adj" fmla="val 2788"/>
            </a:avLst>
          </a:prstGeom>
          <a:solidFill>
            <a:srgbClr val="E7E7E4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5" y="5569248"/>
            <a:ext cx="221451" cy="17720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37326" y="5540177"/>
            <a:ext cx="1011569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Холдинг входит в ТОП-50 мирового кондитерского рейтинга и ТОП-500 предприятий России. Строгий отказ от ГМО, собственная переработка какао-бобов и производство гибкой упаковки.</a:t>
            </a:r>
            <a:endParaRPr lang="en-US" sz="1350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F535F49-2377-4994-8E80-D718341E5FF9}"/>
              </a:ext>
            </a:extLst>
          </p:cNvPr>
          <p:cNvSpPr/>
          <p:nvPr/>
        </p:nvSpPr>
        <p:spPr>
          <a:xfrm>
            <a:off x="10820400" y="6549292"/>
            <a:ext cx="1371600" cy="296984"/>
          </a:xfrm>
          <a:prstGeom prst="round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629245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Символ преемственности и развития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2012950"/>
            <a:ext cx="6296860" cy="3178175"/>
          </a:xfrm>
          <a:prstGeom prst="roundRect">
            <a:avLst>
              <a:gd name="adj" fmla="val 850"/>
            </a:avLst>
          </a:prstGeom>
          <a:solidFill>
            <a:srgbClr val="E5DFD2"/>
          </a:solidFill>
          <a:ln/>
        </p:spPr>
      </p:sp>
      <p:sp>
        <p:nvSpPr>
          <p:cNvPr id="5" name="Shape 2"/>
          <p:cNvSpPr/>
          <p:nvPr/>
        </p:nvSpPr>
        <p:spPr>
          <a:xfrm>
            <a:off x="5233360" y="2012950"/>
            <a:ext cx="3148430" cy="1870571"/>
          </a:xfrm>
          <a:custGeom>
            <a:avLst/>
            <a:gdLst/>
            <a:ahLst/>
            <a:cxnLst/>
            <a:rect l="l" t="t" r="r" b="b"/>
            <a:pathLst>
              <a:path w="3148430" h="1870571">
                <a:moveTo>
                  <a:pt x="22520" y="0"/>
                </a:moveTo>
                <a:lnTo>
                  <a:pt x="3148430" y="0"/>
                </a:lnTo>
                <a:lnTo>
                  <a:pt x="3148430" y="1870571"/>
                </a:lnTo>
                <a:lnTo>
                  <a:pt x="0" y="1870571"/>
                </a:lnTo>
                <a:lnTo>
                  <a:pt x="0" y="22520"/>
                </a:lnTo>
                <a:arcTo wR="22520" hR="22520" stAng="10800000" swAng="5400000"/>
                <a:close/>
              </a:path>
            </a:pathLst>
          </a:custGeom>
          <a:solidFill>
            <a:srgbClr val="E5DFD2"/>
          </a:solidFill>
          <a:ln/>
        </p:spPr>
      </p:sp>
      <p:sp>
        <p:nvSpPr>
          <p:cNvPr id="6" name="Text 3"/>
          <p:cNvSpPr/>
          <p:nvPr/>
        </p:nvSpPr>
        <p:spPr>
          <a:xfrm>
            <a:off x="5413438" y="2193032"/>
            <a:ext cx="278827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Классика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13438" y="2577505"/>
            <a:ext cx="278827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«Степ», «Лёвушка», «Мишка на Севере» — рецепты, проверенные поколениями.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81790" y="2012950"/>
            <a:ext cx="3148430" cy="1870571"/>
          </a:xfrm>
          <a:custGeom>
            <a:avLst/>
            <a:gdLst/>
            <a:ahLst/>
            <a:cxnLst/>
            <a:rect l="l" t="t" r="r" b="b"/>
            <a:pathLst>
              <a:path w="3148430" h="1870571">
                <a:moveTo>
                  <a:pt x="0" y="0"/>
                </a:moveTo>
                <a:lnTo>
                  <a:pt x="3125910" y="0"/>
                </a:lnTo>
                <a:arcTo wR="22520" hR="22520" stAng="16200000" swAng="5400000"/>
                <a:lnTo>
                  <a:pt x="3148430" y="1870571"/>
                </a:lnTo>
                <a:lnTo>
                  <a:pt x="0" y="1870571"/>
                </a:lnTo>
                <a:lnTo>
                  <a:pt x="0" y="0"/>
                </a:lnTo>
                <a:close/>
              </a:path>
            </a:pathLst>
          </a:custGeom>
          <a:solidFill>
            <a:srgbClr val="E5DFD2"/>
          </a:solidFill>
          <a:ln/>
        </p:spPr>
      </p:sp>
      <p:sp>
        <p:nvSpPr>
          <p:cNvPr id="9" name="Shape 6"/>
          <p:cNvSpPr/>
          <p:nvPr/>
        </p:nvSpPr>
        <p:spPr>
          <a:xfrm>
            <a:off x="8381790" y="2012950"/>
            <a:ext cx="25399" cy="1870571"/>
          </a:xfrm>
          <a:prstGeom prst="roundRect">
            <a:avLst>
              <a:gd name="adj" fmla="val 50001"/>
            </a:avLst>
          </a:prstGeom>
          <a:solidFill>
            <a:srgbClr val="CBC5B8"/>
          </a:solidFill>
          <a:ln/>
        </p:spPr>
      </p:sp>
      <p:sp>
        <p:nvSpPr>
          <p:cNvPr id="10" name="Text 7"/>
          <p:cNvSpPr/>
          <p:nvPr/>
        </p:nvSpPr>
        <p:spPr>
          <a:xfrm>
            <a:off x="8561868" y="2193032"/>
            <a:ext cx="278827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Инновации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561868" y="2577505"/>
            <a:ext cx="2788275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Линейка «Академия» и «Настоящий шоколад» — премиальные новинки 2024–2026.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3883521"/>
            <a:ext cx="6296860" cy="1307604"/>
          </a:xfrm>
          <a:custGeom>
            <a:avLst/>
            <a:gdLst/>
            <a:ahLst/>
            <a:cxnLst/>
            <a:rect l="l" t="t" r="r" b="b"/>
            <a:pathLst>
              <a:path w="6296860" h="1307604">
                <a:moveTo>
                  <a:pt x="0" y="0"/>
                </a:moveTo>
                <a:lnTo>
                  <a:pt x="6296860" y="0"/>
                </a:lnTo>
                <a:lnTo>
                  <a:pt x="6296860" y="1285084"/>
                </a:lnTo>
                <a:arcTo wR="22520" hR="22520" stAng="0" swAng="5400000"/>
                <a:lnTo>
                  <a:pt x="22520" y="1307604"/>
                </a:lnTo>
                <a:arcTo wR="22520" hR="22520" stAng="5400000" swAng="5400000"/>
                <a:lnTo>
                  <a:pt x="0" y="0"/>
                </a:lnTo>
                <a:close/>
              </a:path>
            </a:pathLst>
          </a:custGeom>
          <a:solidFill>
            <a:srgbClr val="E5DFD2"/>
          </a:solidFill>
          <a:ln/>
        </p:spPr>
      </p:sp>
      <p:sp>
        <p:nvSpPr>
          <p:cNvPr id="13" name="Shape 10"/>
          <p:cNvSpPr/>
          <p:nvPr/>
        </p:nvSpPr>
        <p:spPr>
          <a:xfrm>
            <a:off x="5233360" y="3883521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14" name="Text 11"/>
          <p:cNvSpPr/>
          <p:nvPr/>
        </p:nvSpPr>
        <p:spPr>
          <a:xfrm>
            <a:off x="5413438" y="4063603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Наследие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413438" y="4448076"/>
            <a:ext cx="59367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Синтез купеческой предприимчивости, советской школы и современного менеджмента.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33360" y="5384304"/>
            <a:ext cx="629686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Объединяя фабрики имени Крупской, «Конфи» и «Волжанку», «Славянка» сохраняет кондитерское наследие разных регионов России — подтверждая статус истинного символа отечественной отрасли.</a:t>
            </a:r>
            <a:endParaRPr lang="en-US" sz="14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7765A561-3605-4ED6-853B-154268946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" y="0"/>
            <a:ext cx="4571886" cy="6858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DE8315A-6504-45BB-A300-72B2315918BE}"/>
              </a:ext>
            </a:extLst>
          </p:cNvPr>
          <p:cNvSpPr/>
          <p:nvPr/>
        </p:nvSpPr>
        <p:spPr>
          <a:xfrm>
            <a:off x="10820400" y="6549292"/>
            <a:ext cx="1371600" cy="296984"/>
          </a:xfrm>
          <a:prstGeom prst="round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508</Words>
  <Application>Microsoft Office PowerPoint</Application>
  <PresentationFormat>Широкоэкранный</PresentationFormat>
  <Paragraphs>87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Arial</vt:lpstr>
      <vt:lpstr>Lato Bold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Елена Перепечаева</cp:lastModifiedBy>
  <cp:revision>12</cp:revision>
  <dcterms:created xsi:type="dcterms:W3CDTF">2026-10-04T15:55:49Z</dcterms:created>
  <dcterms:modified xsi:type="dcterms:W3CDTF">2026-10-13T09:34:05Z</dcterms:modified>
</cp:coreProperties>
</file>